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D907EF0-787D-4E21-9031-2839A07B26B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Mention the two new hires.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B18157-60C8-493F-94F7-9A89F532C7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9C441F-33F3-485E-925F-5209BFD171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5D6717-3E52-456F-A36E-EE003C6C78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386A87C-94FB-4012-B75A-08031AF02FD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Quarterly Review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FY2026 Q3 results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Highlights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Revenue up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12%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year over year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Driven by services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Details at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Numbers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" name=""/>
          <p:cNvGraphicFramePr/>
          <p:nvPr/>
        </p:nvGraphicFramePr>
        <p:xfrm>
          <a:off x="720000" y="1800000"/>
          <a:ext cx="5760000" cy="1440000"/>
        </p:xfrm>
        <a:graphic>
          <a:graphicData uri="http://schemas.openxmlformats.org/drawingml/2006/table">
            <a:tbl>
              <a:tblPr/>
              <a:tblGrid>
                <a:gridCol w="0"/>
                <a:gridCol w="5760000"/>
              </a:tblGrid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Region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Revenue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44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EMEA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4.2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APAC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3.1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Wrap-up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20000" y="2160000"/>
            <a:ext cx="432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Questions?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2026-09-25T15:21:02Z</dcterms:modified>
  <cp:revision>1</cp:revision>
  <dc:subject/>
  <dc:title/>
</cp:coreProperties>
</file>